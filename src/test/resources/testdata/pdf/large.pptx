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162560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-326" y="-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2800" y="365760"/>
            <a:ext cx="14630400" cy="1463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8673" y="-26020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622"/>
            <a:ext cx="16254984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3664</TotalTime>
  <Words>0</Words>
  <Application>Microsoft Office PowerPoint</Application>
  <PresentationFormat>مخصص</PresentationFormat>
  <Paragraphs>0</Paragraphs>
  <Slides>11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11</vt:i4>
      </vt:variant>
    </vt:vector>
  </HeadingPairs>
  <TitlesOfParts>
    <vt:vector size="12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cp:lastModifiedBy>omen</cp:lastModifiedBy>
  <cp:revision>2</cp:revision>
  <dcterms:created xsi:type="dcterms:W3CDTF">2026-03-24T17:25:16Z</dcterms:created>
  <dcterms:modified xsi:type="dcterms:W3CDTF">2026-03-27T06:30:27Z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2026-03-24T00:00:00Z</vt:filetime>
  </property>
  <property fmtid="{D5CDD505-2E9C-101B-9397-08002B2CF9AE}" pid="5" name="Producer">
    <vt:lpwstr>www.ilovepdf.com</vt:lpwstr>
  </property>
</Properties>
</file>